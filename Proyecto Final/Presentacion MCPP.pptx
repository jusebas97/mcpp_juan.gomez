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63"/>
    <p:restoredTop sz="94694"/>
  </p:normalViewPr>
  <p:slideViewPr>
    <p:cSldViewPr snapToGrid="0" snapToObjects="1">
      <p:cViewPr>
        <p:scale>
          <a:sx n="90" d="100"/>
          <a:sy n="90" d="100"/>
        </p:scale>
        <p:origin x="792" y="1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5/22/20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5/22/20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‹Nº›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5/22/20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5/22/20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5/22/20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5/22/20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5/22/20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5/22/20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5/22/20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7520F84D-966A-41CD-B818-16BF32EF1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510D23-E323-4577-A8EA-12C6C6019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5384613-A493-4A01-873E-5BD3769D1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A0DFF9-7E44-8346-A2E6-3176994FE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33" y="643467"/>
            <a:ext cx="7558609" cy="484990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800" b="1" dirty="0"/>
              <a:t>¿</a:t>
            </a:r>
            <a:r>
              <a:rPr lang="en-US" sz="6800" b="1" dirty="0" err="1"/>
              <a:t>Qué</a:t>
            </a:r>
            <a:r>
              <a:rPr lang="en-US" sz="6800" b="1" dirty="0"/>
              <a:t> </a:t>
            </a:r>
            <a:r>
              <a:rPr lang="en-US" sz="6800" b="1" dirty="0" err="1"/>
              <a:t>investigamos</a:t>
            </a:r>
            <a:r>
              <a:rPr lang="en-US" sz="6800" b="1" dirty="0"/>
              <a:t> </a:t>
            </a:r>
            <a:r>
              <a:rPr lang="en-US" sz="6800" b="1" dirty="0" err="1"/>
              <a:t>en</a:t>
            </a:r>
            <a:r>
              <a:rPr lang="en-US" sz="6800" b="1" dirty="0"/>
              <a:t> </a:t>
            </a:r>
            <a:r>
              <a:rPr lang="en-US" sz="6800" b="1" dirty="0" err="1"/>
              <a:t>Ciencia</a:t>
            </a:r>
            <a:r>
              <a:rPr lang="en-US" sz="6800" b="1" dirty="0"/>
              <a:t> </a:t>
            </a:r>
            <a:r>
              <a:rPr lang="en-US" sz="6800" b="1" dirty="0" err="1"/>
              <a:t>Política</a:t>
            </a:r>
            <a:r>
              <a:rPr lang="en-US" sz="6800" b="1" dirty="0"/>
              <a:t>? </a:t>
            </a:r>
            <a:br>
              <a:rPr lang="en-US" sz="6800" b="1" dirty="0"/>
            </a:br>
            <a:endParaRPr lang="en-US" sz="6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691676-EF1B-AE41-AF67-F420412DA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33" y="5563388"/>
            <a:ext cx="7558609" cy="74227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Juan Sebastián GÓMEZ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336F18-80E9-4DFA-9C2E-3F8561472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rgbClr val="1716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D293054-EC89-4CF2-AAEF-B38981E92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9302764" y="0"/>
            <a:ext cx="2889236" cy="6858000"/>
          </a:xfrm>
          <a:custGeom>
            <a:avLst/>
            <a:gdLst>
              <a:gd name="connsiteX0" fmla="*/ 1514461 w 2889236"/>
              <a:gd name="connsiteY0" fmla="*/ 0 h 6858000"/>
              <a:gd name="connsiteX1" fmla="*/ 1291796 w 2889236"/>
              <a:gd name="connsiteY1" fmla="*/ 0 h 6858000"/>
              <a:gd name="connsiteX2" fmla="*/ 1242998 w 2889236"/>
              <a:gd name="connsiteY2" fmla="*/ 0 h 6858000"/>
              <a:gd name="connsiteX3" fmla="*/ 303177 w 2889236"/>
              <a:gd name="connsiteY3" fmla="*/ 0 h 6858000"/>
              <a:gd name="connsiteX4" fmla="*/ 235415 w 2889236"/>
              <a:gd name="connsiteY4" fmla="*/ 0 h 6858000"/>
              <a:gd name="connsiteX5" fmla="*/ 0 w 2889236"/>
              <a:gd name="connsiteY5" fmla="*/ 0 h 6858000"/>
              <a:gd name="connsiteX6" fmla="*/ 0 w 2889236"/>
              <a:gd name="connsiteY6" fmla="*/ 6858000 h 6858000"/>
              <a:gd name="connsiteX7" fmla="*/ 235415 w 2889236"/>
              <a:gd name="connsiteY7" fmla="*/ 6858000 h 6858000"/>
              <a:gd name="connsiteX8" fmla="*/ 303177 w 2889236"/>
              <a:gd name="connsiteY8" fmla="*/ 6858000 h 6858000"/>
              <a:gd name="connsiteX9" fmla="*/ 1242998 w 2889236"/>
              <a:gd name="connsiteY9" fmla="*/ 6858000 h 6858000"/>
              <a:gd name="connsiteX10" fmla="*/ 1291795 w 2889236"/>
              <a:gd name="connsiteY10" fmla="*/ 6858000 h 6858000"/>
              <a:gd name="connsiteX11" fmla="*/ 1514461 w 2889236"/>
              <a:gd name="connsiteY11" fmla="*/ 6858000 h 6858000"/>
              <a:gd name="connsiteX12" fmla="*/ 1541448 w 2889236"/>
              <a:gd name="connsiteY12" fmla="*/ 6770688 h 6858000"/>
              <a:gd name="connsiteX13" fmla="*/ 1566848 w 2889236"/>
              <a:gd name="connsiteY13" fmla="*/ 6683375 h 6858000"/>
              <a:gd name="connsiteX14" fmla="*/ 1592248 w 2889236"/>
              <a:gd name="connsiteY14" fmla="*/ 6594475 h 6858000"/>
              <a:gd name="connsiteX15" fmla="*/ 1614473 w 2889236"/>
              <a:gd name="connsiteY15" fmla="*/ 6503988 h 6858000"/>
              <a:gd name="connsiteX16" fmla="*/ 1641461 w 2889236"/>
              <a:gd name="connsiteY16" fmla="*/ 6416675 h 6858000"/>
              <a:gd name="connsiteX17" fmla="*/ 1670036 w 2889236"/>
              <a:gd name="connsiteY17" fmla="*/ 6332538 h 6858000"/>
              <a:gd name="connsiteX18" fmla="*/ 1706548 w 2889236"/>
              <a:gd name="connsiteY18" fmla="*/ 6253163 h 6858000"/>
              <a:gd name="connsiteX19" fmla="*/ 1749411 w 2889236"/>
              <a:gd name="connsiteY19" fmla="*/ 6180138 h 6858000"/>
              <a:gd name="connsiteX20" fmla="*/ 1797036 w 2889236"/>
              <a:gd name="connsiteY20" fmla="*/ 6118225 h 6858000"/>
              <a:gd name="connsiteX21" fmla="*/ 1849423 w 2889236"/>
              <a:gd name="connsiteY21" fmla="*/ 6059488 h 6858000"/>
              <a:gd name="connsiteX22" fmla="*/ 1909748 w 2889236"/>
              <a:gd name="connsiteY22" fmla="*/ 6005513 h 6858000"/>
              <a:gd name="connsiteX23" fmla="*/ 1973248 w 2889236"/>
              <a:gd name="connsiteY23" fmla="*/ 5951538 h 6858000"/>
              <a:gd name="connsiteX24" fmla="*/ 2039923 w 2889236"/>
              <a:gd name="connsiteY24" fmla="*/ 5900738 h 6858000"/>
              <a:gd name="connsiteX25" fmla="*/ 2106598 w 2889236"/>
              <a:gd name="connsiteY25" fmla="*/ 5849938 h 6858000"/>
              <a:gd name="connsiteX26" fmla="*/ 2174861 w 2889236"/>
              <a:gd name="connsiteY26" fmla="*/ 5797550 h 6858000"/>
              <a:gd name="connsiteX27" fmla="*/ 2239948 w 2889236"/>
              <a:gd name="connsiteY27" fmla="*/ 5746750 h 6858000"/>
              <a:gd name="connsiteX28" fmla="*/ 2301861 w 2889236"/>
              <a:gd name="connsiteY28" fmla="*/ 5692775 h 6858000"/>
              <a:gd name="connsiteX29" fmla="*/ 2359011 w 2889236"/>
              <a:gd name="connsiteY29" fmla="*/ 5634038 h 6858000"/>
              <a:gd name="connsiteX30" fmla="*/ 2411398 w 2889236"/>
              <a:gd name="connsiteY30" fmla="*/ 5575300 h 6858000"/>
              <a:gd name="connsiteX31" fmla="*/ 2454261 w 2889236"/>
              <a:gd name="connsiteY31" fmla="*/ 5511800 h 6858000"/>
              <a:gd name="connsiteX32" fmla="*/ 2490773 w 2889236"/>
              <a:gd name="connsiteY32" fmla="*/ 5440363 h 6858000"/>
              <a:gd name="connsiteX33" fmla="*/ 2512998 w 2889236"/>
              <a:gd name="connsiteY33" fmla="*/ 5370513 h 6858000"/>
              <a:gd name="connsiteX34" fmla="*/ 2527286 w 2889236"/>
              <a:gd name="connsiteY34" fmla="*/ 5292725 h 6858000"/>
              <a:gd name="connsiteX35" fmla="*/ 2533636 w 2889236"/>
              <a:gd name="connsiteY35" fmla="*/ 5216525 h 6858000"/>
              <a:gd name="connsiteX36" fmla="*/ 2532048 w 2889236"/>
              <a:gd name="connsiteY36" fmla="*/ 5135563 h 6858000"/>
              <a:gd name="connsiteX37" fmla="*/ 2525698 w 2889236"/>
              <a:gd name="connsiteY37" fmla="*/ 5054600 h 6858000"/>
              <a:gd name="connsiteX38" fmla="*/ 2517761 w 2889236"/>
              <a:gd name="connsiteY38" fmla="*/ 4970463 h 6858000"/>
              <a:gd name="connsiteX39" fmla="*/ 2506648 w 2889236"/>
              <a:gd name="connsiteY39" fmla="*/ 4886325 h 6858000"/>
              <a:gd name="connsiteX40" fmla="*/ 2493948 w 2889236"/>
              <a:gd name="connsiteY40" fmla="*/ 4802188 h 6858000"/>
              <a:gd name="connsiteX41" fmla="*/ 2484423 w 2889236"/>
              <a:gd name="connsiteY41" fmla="*/ 4718050 h 6858000"/>
              <a:gd name="connsiteX42" fmla="*/ 2478073 w 2889236"/>
              <a:gd name="connsiteY42" fmla="*/ 4633913 h 6858000"/>
              <a:gd name="connsiteX43" fmla="*/ 2473311 w 2889236"/>
              <a:gd name="connsiteY43" fmla="*/ 4552950 h 6858000"/>
              <a:gd name="connsiteX44" fmla="*/ 2478073 w 2889236"/>
              <a:gd name="connsiteY44" fmla="*/ 4473575 h 6858000"/>
              <a:gd name="connsiteX45" fmla="*/ 2487598 w 2889236"/>
              <a:gd name="connsiteY45" fmla="*/ 4395788 h 6858000"/>
              <a:gd name="connsiteX46" fmla="*/ 2508236 w 2889236"/>
              <a:gd name="connsiteY46" fmla="*/ 4314825 h 6858000"/>
              <a:gd name="connsiteX47" fmla="*/ 2539986 w 2889236"/>
              <a:gd name="connsiteY47" fmla="*/ 4235450 h 6858000"/>
              <a:gd name="connsiteX48" fmla="*/ 2578086 w 2889236"/>
              <a:gd name="connsiteY48" fmla="*/ 4156075 h 6858000"/>
              <a:gd name="connsiteX49" fmla="*/ 2620948 w 2889236"/>
              <a:gd name="connsiteY49" fmla="*/ 4076700 h 6858000"/>
              <a:gd name="connsiteX50" fmla="*/ 2665398 w 2889236"/>
              <a:gd name="connsiteY50" fmla="*/ 3998913 h 6858000"/>
              <a:gd name="connsiteX51" fmla="*/ 2713024 w 2889236"/>
              <a:gd name="connsiteY51" fmla="*/ 3919538 h 6858000"/>
              <a:gd name="connsiteX52" fmla="*/ 2755886 w 2889236"/>
              <a:gd name="connsiteY52" fmla="*/ 3840163 h 6858000"/>
              <a:gd name="connsiteX53" fmla="*/ 2798748 w 2889236"/>
              <a:gd name="connsiteY53" fmla="*/ 3759200 h 6858000"/>
              <a:gd name="connsiteX54" fmla="*/ 2835261 w 2889236"/>
              <a:gd name="connsiteY54" fmla="*/ 3678238 h 6858000"/>
              <a:gd name="connsiteX55" fmla="*/ 2863836 w 2889236"/>
              <a:gd name="connsiteY55" fmla="*/ 3597275 h 6858000"/>
              <a:gd name="connsiteX56" fmla="*/ 2879711 w 2889236"/>
              <a:gd name="connsiteY56" fmla="*/ 3514725 h 6858000"/>
              <a:gd name="connsiteX57" fmla="*/ 2889236 w 2889236"/>
              <a:gd name="connsiteY57" fmla="*/ 3429000 h 6858000"/>
              <a:gd name="connsiteX58" fmla="*/ 2879711 w 2889236"/>
              <a:gd name="connsiteY58" fmla="*/ 3343275 h 6858000"/>
              <a:gd name="connsiteX59" fmla="*/ 2863836 w 2889236"/>
              <a:gd name="connsiteY59" fmla="*/ 3260725 h 6858000"/>
              <a:gd name="connsiteX60" fmla="*/ 2835261 w 2889236"/>
              <a:gd name="connsiteY60" fmla="*/ 3179763 h 6858000"/>
              <a:gd name="connsiteX61" fmla="*/ 2798748 w 2889236"/>
              <a:gd name="connsiteY61" fmla="*/ 3098800 h 6858000"/>
              <a:gd name="connsiteX62" fmla="*/ 2755886 w 2889236"/>
              <a:gd name="connsiteY62" fmla="*/ 3017838 h 6858000"/>
              <a:gd name="connsiteX63" fmla="*/ 2713024 w 2889236"/>
              <a:gd name="connsiteY63" fmla="*/ 2938463 h 6858000"/>
              <a:gd name="connsiteX64" fmla="*/ 2665398 w 2889236"/>
              <a:gd name="connsiteY64" fmla="*/ 2859088 h 6858000"/>
              <a:gd name="connsiteX65" fmla="*/ 2620948 w 2889236"/>
              <a:gd name="connsiteY65" fmla="*/ 2781300 h 6858000"/>
              <a:gd name="connsiteX66" fmla="*/ 2578086 w 2889236"/>
              <a:gd name="connsiteY66" fmla="*/ 2701925 h 6858000"/>
              <a:gd name="connsiteX67" fmla="*/ 2539986 w 2889236"/>
              <a:gd name="connsiteY67" fmla="*/ 2622550 h 6858000"/>
              <a:gd name="connsiteX68" fmla="*/ 2508236 w 2889236"/>
              <a:gd name="connsiteY68" fmla="*/ 2543175 h 6858000"/>
              <a:gd name="connsiteX69" fmla="*/ 2487598 w 2889236"/>
              <a:gd name="connsiteY69" fmla="*/ 2462213 h 6858000"/>
              <a:gd name="connsiteX70" fmla="*/ 2478073 w 2889236"/>
              <a:gd name="connsiteY70" fmla="*/ 2384425 h 6858000"/>
              <a:gd name="connsiteX71" fmla="*/ 2473311 w 2889236"/>
              <a:gd name="connsiteY71" fmla="*/ 2305050 h 6858000"/>
              <a:gd name="connsiteX72" fmla="*/ 2478073 w 2889236"/>
              <a:gd name="connsiteY72" fmla="*/ 2224088 h 6858000"/>
              <a:gd name="connsiteX73" fmla="*/ 2484423 w 2889236"/>
              <a:gd name="connsiteY73" fmla="*/ 2139950 h 6858000"/>
              <a:gd name="connsiteX74" fmla="*/ 2493948 w 2889236"/>
              <a:gd name="connsiteY74" fmla="*/ 2055813 h 6858000"/>
              <a:gd name="connsiteX75" fmla="*/ 2506648 w 2889236"/>
              <a:gd name="connsiteY75" fmla="*/ 1971675 h 6858000"/>
              <a:gd name="connsiteX76" fmla="*/ 2517761 w 2889236"/>
              <a:gd name="connsiteY76" fmla="*/ 1887538 h 6858000"/>
              <a:gd name="connsiteX77" fmla="*/ 2525698 w 2889236"/>
              <a:gd name="connsiteY77" fmla="*/ 1803400 h 6858000"/>
              <a:gd name="connsiteX78" fmla="*/ 2532048 w 2889236"/>
              <a:gd name="connsiteY78" fmla="*/ 1722438 h 6858000"/>
              <a:gd name="connsiteX79" fmla="*/ 2533636 w 2889236"/>
              <a:gd name="connsiteY79" fmla="*/ 1641475 h 6858000"/>
              <a:gd name="connsiteX80" fmla="*/ 2527286 w 2889236"/>
              <a:gd name="connsiteY80" fmla="*/ 1565275 h 6858000"/>
              <a:gd name="connsiteX81" fmla="*/ 2512998 w 2889236"/>
              <a:gd name="connsiteY81" fmla="*/ 1487488 h 6858000"/>
              <a:gd name="connsiteX82" fmla="*/ 2490773 w 2889236"/>
              <a:gd name="connsiteY82" fmla="*/ 1417638 h 6858000"/>
              <a:gd name="connsiteX83" fmla="*/ 2454261 w 2889236"/>
              <a:gd name="connsiteY83" fmla="*/ 1346200 h 6858000"/>
              <a:gd name="connsiteX84" fmla="*/ 2411398 w 2889236"/>
              <a:gd name="connsiteY84" fmla="*/ 1282700 h 6858000"/>
              <a:gd name="connsiteX85" fmla="*/ 2359011 w 2889236"/>
              <a:gd name="connsiteY85" fmla="*/ 1223963 h 6858000"/>
              <a:gd name="connsiteX86" fmla="*/ 2301861 w 2889236"/>
              <a:gd name="connsiteY86" fmla="*/ 1165225 h 6858000"/>
              <a:gd name="connsiteX87" fmla="*/ 2239948 w 2889236"/>
              <a:gd name="connsiteY87" fmla="*/ 1111250 h 6858000"/>
              <a:gd name="connsiteX88" fmla="*/ 2174861 w 2889236"/>
              <a:gd name="connsiteY88" fmla="*/ 1060450 h 6858000"/>
              <a:gd name="connsiteX89" fmla="*/ 2106598 w 2889236"/>
              <a:gd name="connsiteY89" fmla="*/ 1008063 h 6858000"/>
              <a:gd name="connsiteX90" fmla="*/ 2039923 w 2889236"/>
              <a:gd name="connsiteY90" fmla="*/ 957263 h 6858000"/>
              <a:gd name="connsiteX91" fmla="*/ 1973248 w 2889236"/>
              <a:gd name="connsiteY91" fmla="*/ 906463 h 6858000"/>
              <a:gd name="connsiteX92" fmla="*/ 1909748 w 2889236"/>
              <a:gd name="connsiteY92" fmla="*/ 852488 h 6858000"/>
              <a:gd name="connsiteX93" fmla="*/ 1849423 w 2889236"/>
              <a:gd name="connsiteY93" fmla="*/ 798513 h 6858000"/>
              <a:gd name="connsiteX94" fmla="*/ 1797036 w 2889236"/>
              <a:gd name="connsiteY94" fmla="*/ 739775 h 6858000"/>
              <a:gd name="connsiteX95" fmla="*/ 1749411 w 2889236"/>
              <a:gd name="connsiteY95" fmla="*/ 677863 h 6858000"/>
              <a:gd name="connsiteX96" fmla="*/ 1706548 w 2889236"/>
              <a:gd name="connsiteY96" fmla="*/ 604838 h 6858000"/>
              <a:gd name="connsiteX97" fmla="*/ 1670036 w 2889236"/>
              <a:gd name="connsiteY97" fmla="*/ 525463 h 6858000"/>
              <a:gd name="connsiteX98" fmla="*/ 1641461 w 2889236"/>
              <a:gd name="connsiteY98" fmla="*/ 441325 h 6858000"/>
              <a:gd name="connsiteX99" fmla="*/ 1614473 w 2889236"/>
              <a:gd name="connsiteY99" fmla="*/ 354013 h 6858000"/>
              <a:gd name="connsiteX100" fmla="*/ 1592248 w 2889236"/>
              <a:gd name="connsiteY100" fmla="*/ 263525 h 6858000"/>
              <a:gd name="connsiteX101" fmla="*/ 1566848 w 2889236"/>
              <a:gd name="connsiteY101" fmla="*/ 174625 h 6858000"/>
              <a:gd name="connsiteX102" fmla="*/ 1541448 w 2889236"/>
              <a:gd name="connsiteY102" fmla="*/ 873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2889236" h="6858000">
                <a:moveTo>
                  <a:pt x="1514461" y="0"/>
                </a:moveTo>
                <a:lnTo>
                  <a:pt x="1291796" y="0"/>
                </a:lnTo>
                <a:lnTo>
                  <a:pt x="1242998" y="0"/>
                </a:lnTo>
                <a:lnTo>
                  <a:pt x="303177" y="0"/>
                </a:lnTo>
                <a:lnTo>
                  <a:pt x="235415" y="0"/>
                </a:lnTo>
                <a:lnTo>
                  <a:pt x="0" y="0"/>
                </a:lnTo>
                <a:lnTo>
                  <a:pt x="0" y="6858000"/>
                </a:lnTo>
                <a:lnTo>
                  <a:pt x="235415" y="6858000"/>
                </a:lnTo>
                <a:lnTo>
                  <a:pt x="303177" y="6858000"/>
                </a:lnTo>
                <a:lnTo>
                  <a:pt x="1242998" y="6858000"/>
                </a:lnTo>
                <a:lnTo>
                  <a:pt x="1291795" y="6858000"/>
                </a:lnTo>
                <a:lnTo>
                  <a:pt x="1514461" y="6858000"/>
                </a:lnTo>
                <a:lnTo>
                  <a:pt x="1541448" y="6770688"/>
                </a:lnTo>
                <a:lnTo>
                  <a:pt x="1566848" y="6683375"/>
                </a:lnTo>
                <a:lnTo>
                  <a:pt x="1592248" y="6594475"/>
                </a:lnTo>
                <a:lnTo>
                  <a:pt x="1614473" y="6503988"/>
                </a:lnTo>
                <a:lnTo>
                  <a:pt x="1641461" y="6416675"/>
                </a:lnTo>
                <a:lnTo>
                  <a:pt x="1670036" y="6332538"/>
                </a:lnTo>
                <a:lnTo>
                  <a:pt x="1706548" y="6253163"/>
                </a:lnTo>
                <a:lnTo>
                  <a:pt x="1749411" y="6180138"/>
                </a:lnTo>
                <a:lnTo>
                  <a:pt x="1797036" y="6118225"/>
                </a:lnTo>
                <a:lnTo>
                  <a:pt x="1849423" y="6059488"/>
                </a:lnTo>
                <a:lnTo>
                  <a:pt x="1909748" y="6005513"/>
                </a:lnTo>
                <a:lnTo>
                  <a:pt x="1973248" y="5951538"/>
                </a:lnTo>
                <a:lnTo>
                  <a:pt x="2039923" y="5900738"/>
                </a:lnTo>
                <a:lnTo>
                  <a:pt x="2106598" y="5849938"/>
                </a:lnTo>
                <a:lnTo>
                  <a:pt x="2174861" y="5797550"/>
                </a:lnTo>
                <a:lnTo>
                  <a:pt x="2239948" y="5746750"/>
                </a:lnTo>
                <a:lnTo>
                  <a:pt x="2301861" y="5692775"/>
                </a:lnTo>
                <a:lnTo>
                  <a:pt x="2359011" y="5634038"/>
                </a:lnTo>
                <a:lnTo>
                  <a:pt x="2411398" y="5575300"/>
                </a:lnTo>
                <a:lnTo>
                  <a:pt x="2454261" y="5511800"/>
                </a:lnTo>
                <a:lnTo>
                  <a:pt x="2490773" y="5440363"/>
                </a:lnTo>
                <a:lnTo>
                  <a:pt x="2512998" y="5370513"/>
                </a:lnTo>
                <a:lnTo>
                  <a:pt x="2527286" y="5292725"/>
                </a:lnTo>
                <a:lnTo>
                  <a:pt x="2533636" y="5216525"/>
                </a:lnTo>
                <a:lnTo>
                  <a:pt x="2532048" y="5135563"/>
                </a:lnTo>
                <a:lnTo>
                  <a:pt x="2525698" y="5054600"/>
                </a:lnTo>
                <a:lnTo>
                  <a:pt x="2517761" y="4970463"/>
                </a:lnTo>
                <a:lnTo>
                  <a:pt x="2506648" y="4886325"/>
                </a:lnTo>
                <a:lnTo>
                  <a:pt x="2493948" y="4802188"/>
                </a:lnTo>
                <a:lnTo>
                  <a:pt x="2484423" y="4718050"/>
                </a:lnTo>
                <a:lnTo>
                  <a:pt x="2478073" y="4633913"/>
                </a:lnTo>
                <a:lnTo>
                  <a:pt x="2473311" y="4552950"/>
                </a:lnTo>
                <a:lnTo>
                  <a:pt x="2478073" y="4473575"/>
                </a:lnTo>
                <a:lnTo>
                  <a:pt x="2487598" y="4395788"/>
                </a:lnTo>
                <a:lnTo>
                  <a:pt x="2508236" y="4314825"/>
                </a:lnTo>
                <a:lnTo>
                  <a:pt x="2539986" y="4235450"/>
                </a:lnTo>
                <a:lnTo>
                  <a:pt x="2578086" y="4156075"/>
                </a:lnTo>
                <a:lnTo>
                  <a:pt x="2620948" y="4076700"/>
                </a:lnTo>
                <a:lnTo>
                  <a:pt x="2665398" y="3998913"/>
                </a:lnTo>
                <a:lnTo>
                  <a:pt x="2713024" y="3919538"/>
                </a:lnTo>
                <a:lnTo>
                  <a:pt x="2755886" y="3840163"/>
                </a:lnTo>
                <a:lnTo>
                  <a:pt x="2798748" y="3759200"/>
                </a:lnTo>
                <a:lnTo>
                  <a:pt x="2835261" y="3678238"/>
                </a:lnTo>
                <a:lnTo>
                  <a:pt x="2863836" y="3597275"/>
                </a:lnTo>
                <a:lnTo>
                  <a:pt x="2879711" y="3514725"/>
                </a:lnTo>
                <a:lnTo>
                  <a:pt x="2889236" y="3429000"/>
                </a:lnTo>
                <a:lnTo>
                  <a:pt x="2879711" y="3343275"/>
                </a:lnTo>
                <a:lnTo>
                  <a:pt x="2863836" y="3260725"/>
                </a:lnTo>
                <a:lnTo>
                  <a:pt x="2835261" y="3179763"/>
                </a:lnTo>
                <a:lnTo>
                  <a:pt x="2798748" y="3098800"/>
                </a:lnTo>
                <a:lnTo>
                  <a:pt x="2755886" y="3017838"/>
                </a:lnTo>
                <a:lnTo>
                  <a:pt x="2713024" y="2938463"/>
                </a:lnTo>
                <a:lnTo>
                  <a:pt x="2665398" y="2859088"/>
                </a:lnTo>
                <a:lnTo>
                  <a:pt x="2620948" y="2781300"/>
                </a:lnTo>
                <a:lnTo>
                  <a:pt x="2578086" y="2701925"/>
                </a:lnTo>
                <a:lnTo>
                  <a:pt x="2539986" y="2622550"/>
                </a:lnTo>
                <a:lnTo>
                  <a:pt x="2508236" y="2543175"/>
                </a:lnTo>
                <a:lnTo>
                  <a:pt x="2487598" y="2462213"/>
                </a:lnTo>
                <a:lnTo>
                  <a:pt x="2478073" y="2384425"/>
                </a:lnTo>
                <a:lnTo>
                  <a:pt x="2473311" y="2305050"/>
                </a:lnTo>
                <a:lnTo>
                  <a:pt x="2478073" y="2224088"/>
                </a:lnTo>
                <a:lnTo>
                  <a:pt x="2484423" y="2139950"/>
                </a:lnTo>
                <a:lnTo>
                  <a:pt x="2493948" y="2055813"/>
                </a:lnTo>
                <a:lnTo>
                  <a:pt x="2506648" y="1971675"/>
                </a:lnTo>
                <a:lnTo>
                  <a:pt x="2517761" y="1887538"/>
                </a:lnTo>
                <a:lnTo>
                  <a:pt x="2525698" y="1803400"/>
                </a:lnTo>
                <a:lnTo>
                  <a:pt x="2532048" y="1722438"/>
                </a:lnTo>
                <a:lnTo>
                  <a:pt x="2533636" y="1641475"/>
                </a:lnTo>
                <a:lnTo>
                  <a:pt x="2527286" y="1565275"/>
                </a:lnTo>
                <a:lnTo>
                  <a:pt x="2512998" y="1487488"/>
                </a:lnTo>
                <a:lnTo>
                  <a:pt x="2490773" y="1417638"/>
                </a:lnTo>
                <a:lnTo>
                  <a:pt x="2454261" y="1346200"/>
                </a:lnTo>
                <a:lnTo>
                  <a:pt x="2411398" y="1282700"/>
                </a:lnTo>
                <a:lnTo>
                  <a:pt x="2359011" y="1223963"/>
                </a:lnTo>
                <a:lnTo>
                  <a:pt x="2301861" y="1165225"/>
                </a:lnTo>
                <a:lnTo>
                  <a:pt x="2239948" y="1111250"/>
                </a:lnTo>
                <a:lnTo>
                  <a:pt x="2174861" y="1060450"/>
                </a:lnTo>
                <a:lnTo>
                  <a:pt x="2106598" y="1008063"/>
                </a:lnTo>
                <a:lnTo>
                  <a:pt x="2039923" y="957263"/>
                </a:lnTo>
                <a:lnTo>
                  <a:pt x="1973248" y="906463"/>
                </a:lnTo>
                <a:lnTo>
                  <a:pt x="1909748" y="852488"/>
                </a:lnTo>
                <a:lnTo>
                  <a:pt x="1849423" y="798513"/>
                </a:lnTo>
                <a:lnTo>
                  <a:pt x="1797036" y="739775"/>
                </a:lnTo>
                <a:lnTo>
                  <a:pt x="1749411" y="677863"/>
                </a:lnTo>
                <a:lnTo>
                  <a:pt x="1706548" y="604838"/>
                </a:lnTo>
                <a:lnTo>
                  <a:pt x="1670036" y="525463"/>
                </a:lnTo>
                <a:lnTo>
                  <a:pt x="1641461" y="441325"/>
                </a:lnTo>
                <a:lnTo>
                  <a:pt x="1614473" y="354013"/>
                </a:lnTo>
                <a:lnTo>
                  <a:pt x="1592248" y="263525"/>
                </a:lnTo>
                <a:lnTo>
                  <a:pt x="1566848" y="174625"/>
                </a:lnTo>
                <a:lnTo>
                  <a:pt x="1541448" y="87313"/>
                </a:lnTo>
                <a:close/>
              </a:path>
            </a:pathLst>
          </a:custGeom>
          <a:solidFill>
            <a:srgbClr val="171624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689380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231BC10-541D-40A8-905F-581C4E22A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A943B7E-B733-BB40-8E7E-9BBE33AD9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141615"/>
          </a:xfrm>
        </p:spPr>
        <p:txBody>
          <a:bodyPr anchor="b">
            <a:normAutofit/>
          </a:bodyPr>
          <a:lstStyle/>
          <a:p>
            <a:r>
              <a:rPr lang="es-CO" sz="4000" dirty="0"/>
              <a:t>descripción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E828F4DB-8F33-43D9-8DA0-22527C16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36FA251-0346-884D-88FC-6E54E8A92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906385"/>
            <a:ext cx="7511659" cy="3973207"/>
          </a:xfrm>
        </p:spPr>
        <p:txBody>
          <a:bodyPr>
            <a:normAutofit/>
          </a:bodyPr>
          <a:lstStyle/>
          <a:p>
            <a:r>
              <a:rPr lang="es-CO" sz="2400" dirty="0"/>
              <a:t>Ver el objeto de estudio de la Ciencia Política en Colombia</a:t>
            </a:r>
          </a:p>
          <a:p>
            <a:r>
              <a:rPr lang="es-CO" sz="2400" dirty="0"/>
              <a:t>Ver cómo han evolucionado este objeto, y cómo ha respondido a la coyuntura nacional.</a:t>
            </a:r>
          </a:p>
          <a:p>
            <a:r>
              <a:rPr lang="es-CO" sz="2400" dirty="0"/>
              <a:t>Proyecto exploratorio, muestra de universidades con programas de más de 15 años.</a:t>
            </a:r>
          </a:p>
          <a:p>
            <a:r>
              <a:rPr lang="es-CO" sz="2400" dirty="0"/>
              <a:t>Scraping a 4 repositorios = 3242 tesis en Ciencia Política</a:t>
            </a:r>
          </a:p>
        </p:txBody>
      </p:sp>
    </p:spTree>
    <p:extLst>
      <p:ext uri="{BB962C8B-B14F-4D97-AF65-F5344CB8AC3E}">
        <p14:creationId xmlns:p14="http://schemas.microsoft.com/office/powerpoint/2010/main" val="877412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FC012A5-170D-4B0F-A916-A8EE2C6CE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F40654-5E8C-468A-9596-50927AF1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4598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36E09F3-C598-9343-8040-3C9499AA5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1354945"/>
            <a:ext cx="2059048" cy="4148110"/>
          </a:xfrm>
        </p:spPr>
        <p:txBody>
          <a:bodyPr anchor="ctr">
            <a:normAutofit/>
          </a:bodyPr>
          <a:lstStyle/>
          <a:p>
            <a:r>
              <a:rPr lang="es-CO" sz="2800">
                <a:solidFill>
                  <a:srgbClr val="2A1A00"/>
                </a:solidFill>
              </a:rPr>
              <a:t>Métodos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B1BD4A-8DE6-4266-9C27-59260F938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43467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A31DE0E-1EB9-784C-9FF8-52C160DB0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580" y="1354945"/>
            <a:ext cx="7601419" cy="4148110"/>
          </a:xfrm>
        </p:spPr>
        <p:txBody>
          <a:bodyPr anchor="ctr">
            <a:normAutofit/>
          </a:bodyPr>
          <a:lstStyle/>
          <a:p>
            <a:r>
              <a:rPr lang="es-CO" dirty="0"/>
              <a:t>Scraping usando 'Selenium' y webdriver con chrome</a:t>
            </a:r>
          </a:p>
          <a:p>
            <a:r>
              <a:rPr lang="es-CO" dirty="0"/>
              <a:t>XPATH.</a:t>
            </a:r>
          </a:p>
          <a:p>
            <a:r>
              <a:rPr lang="es-CO" dirty="0"/>
              <a:t>NLTK</a:t>
            </a:r>
          </a:p>
          <a:p>
            <a:r>
              <a:rPr lang="es-CO" dirty="0"/>
              <a:t>REGEX</a:t>
            </a:r>
          </a:p>
          <a:p>
            <a:r>
              <a:rPr lang="es-CO" dirty="0"/>
              <a:t>PANDAS</a:t>
            </a:r>
          </a:p>
          <a:p>
            <a:r>
              <a:rPr lang="es-CO" dirty="0"/>
              <a:t>Matplotlib</a:t>
            </a:r>
          </a:p>
          <a:p>
            <a:r>
              <a:rPr lang="es-CO" dirty="0"/>
              <a:t>String</a:t>
            </a:r>
          </a:p>
          <a:p>
            <a:r>
              <a:rPr lang="es-CO" dirty="0"/>
              <a:t>Pickle</a:t>
            </a:r>
          </a:p>
          <a:p>
            <a:r>
              <a:rPr lang="es-CO" dirty="0"/>
              <a:t>Counter</a:t>
            </a:r>
          </a:p>
        </p:txBody>
      </p:sp>
    </p:spTree>
    <p:extLst>
      <p:ext uri="{BB962C8B-B14F-4D97-AF65-F5344CB8AC3E}">
        <p14:creationId xmlns:p14="http://schemas.microsoft.com/office/powerpoint/2010/main" val="7056921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7DDE2-15D4-B042-BCD4-A4AF0FCE9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728" y="381001"/>
            <a:ext cx="3104960" cy="571500"/>
          </a:xfrm>
        </p:spPr>
        <p:txBody>
          <a:bodyPr>
            <a:normAutofit fontScale="90000"/>
          </a:bodyPr>
          <a:lstStyle/>
          <a:p>
            <a:r>
              <a:rPr lang="es-CO" sz="4000" dirty="0"/>
              <a:t>Resultados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91CA89-23C0-7548-9026-9BDF9442D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7378" y="995653"/>
            <a:ext cx="4800600" cy="632529"/>
          </a:xfrm>
        </p:spPr>
        <p:txBody>
          <a:bodyPr/>
          <a:lstStyle/>
          <a:p>
            <a:r>
              <a:rPr lang="es-CO" sz="1600" dirty="0"/>
              <a:t>¿Qué fue lo que más se investigó entre 2003 – 2019?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BB4DCA49-E088-CD4D-B46E-DFFC0CB80A6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52727" y="1724195"/>
            <a:ext cx="4904047" cy="4376568"/>
          </a:xfr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23ED306-EC40-C045-A7CA-68FCD739FF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864" y="995653"/>
            <a:ext cx="4800600" cy="632529"/>
          </a:xfrm>
        </p:spPr>
        <p:txBody>
          <a:bodyPr/>
          <a:lstStyle/>
          <a:p>
            <a:r>
              <a:rPr lang="es-CO" sz="1600" dirty="0"/>
              <a:t>¿Cuándo se produjeron más tesis?</a:t>
            </a:r>
          </a:p>
        </p:txBody>
      </p:sp>
      <p:pic>
        <p:nvPicPr>
          <p:cNvPr id="12" name="Marcador de contenido 11">
            <a:extLst>
              <a:ext uri="{FF2B5EF4-FFF2-40B4-BE49-F238E27FC236}">
                <a16:creationId xmlns:a16="http://schemas.microsoft.com/office/drawing/2014/main" id="{D2A6B9E6-FF7B-9B4F-B384-94439011F3A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359540" y="1696334"/>
            <a:ext cx="5109268" cy="3861504"/>
          </a:xfrm>
        </p:spPr>
      </p:pic>
    </p:spTree>
    <p:extLst>
      <p:ext uri="{BB962C8B-B14F-4D97-AF65-F5344CB8AC3E}">
        <p14:creationId xmlns:p14="http://schemas.microsoft.com/office/powerpoint/2010/main" val="1250636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7DDE2-15D4-B042-BCD4-A4AF0FCE9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97" y="998036"/>
            <a:ext cx="3104960" cy="571500"/>
          </a:xfrm>
        </p:spPr>
        <p:txBody>
          <a:bodyPr>
            <a:normAutofit fontScale="90000"/>
          </a:bodyPr>
          <a:lstStyle/>
          <a:p>
            <a:r>
              <a:rPr lang="es-CO" sz="4000" dirty="0"/>
              <a:t>Resultados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91CA89-23C0-7548-9026-9BDF9442D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16200000">
            <a:off x="-269918" y="3202731"/>
            <a:ext cx="4800600" cy="632529"/>
          </a:xfrm>
        </p:spPr>
        <p:txBody>
          <a:bodyPr/>
          <a:lstStyle/>
          <a:p>
            <a:pPr algn="ctr"/>
            <a:r>
              <a:rPr lang="es-CO" sz="1600" dirty="0"/>
              <a:t>¿Quién investigó más?</a:t>
            </a:r>
          </a:p>
        </p:txBody>
      </p:sp>
      <p:pic>
        <p:nvPicPr>
          <p:cNvPr id="16" name="Marcador de contenido 15">
            <a:extLst>
              <a:ext uri="{FF2B5EF4-FFF2-40B4-BE49-F238E27FC236}">
                <a16:creationId xmlns:a16="http://schemas.microsoft.com/office/drawing/2014/main" id="{E317C6F0-5356-5847-8EF1-6FC0F1C9D6F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7543800" y="3583633"/>
            <a:ext cx="3872775" cy="2926981"/>
          </a:xfrm>
        </p:spPr>
      </p:pic>
      <p:pic>
        <p:nvPicPr>
          <p:cNvPr id="14" name="Marcador de contenido 13">
            <a:extLst>
              <a:ext uri="{FF2B5EF4-FFF2-40B4-BE49-F238E27FC236}">
                <a16:creationId xmlns:a16="http://schemas.microsoft.com/office/drawing/2014/main" id="{D6C12DC7-DC36-6940-9C94-2346E600CD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456713" y="3594068"/>
            <a:ext cx="3872775" cy="2980618"/>
          </a:xfr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E0A19850-B69A-044F-9BD4-3DAA9B400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592016"/>
            <a:ext cx="3872775" cy="292698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0A2A0322-7B9B-B846-A403-99A080C974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715" y="592016"/>
            <a:ext cx="3872773" cy="292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01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7DDE2-15D4-B042-BCD4-A4AF0FCE9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934" y="241633"/>
            <a:ext cx="3104960" cy="571500"/>
          </a:xfrm>
        </p:spPr>
        <p:txBody>
          <a:bodyPr>
            <a:normAutofit fontScale="90000"/>
          </a:bodyPr>
          <a:lstStyle/>
          <a:p>
            <a:r>
              <a:rPr lang="es-CO" sz="4000" dirty="0"/>
              <a:t>Resultados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91CA89-23C0-7548-9026-9BDF9442D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61215" y="185367"/>
            <a:ext cx="4800600" cy="632529"/>
          </a:xfrm>
        </p:spPr>
        <p:txBody>
          <a:bodyPr/>
          <a:lstStyle/>
          <a:p>
            <a:pPr algn="ctr"/>
            <a:r>
              <a:rPr lang="es-CO" sz="1600" dirty="0"/>
              <a:t>¿Qué investigó cada Universidad?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1F102DA-E1D5-1449-8A2A-A0A65B47D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934" y="952500"/>
            <a:ext cx="4851400" cy="50673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A1436EC-04F4-F945-A53D-3626BA792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864" y="952500"/>
            <a:ext cx="4851400" cy="5067300"/>
          </a:xfrm>
          <a:prstGeom prst="rect">
            <a:avLst/>
          </a:prstGeom>
        </p:spPr>
      </p:pic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BD703895-E590-724A-8E13-1A3648B66BD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9ADD170C-EAFC-D049-9BF8-4B7ABD08252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3940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7DDE2-15D4-B042-BCD4-A4AF0FCE9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934" y="241633"/>
            <a:ext cx="3104960" cy="571500"/>
          </a:xfrm>
        </p:spPr>
        <p:txBody>
          <a:bodyPr>
            <a:normAutofit fontScale="90000"/>
          </a:bodyPr>
          <a:lstStyle/>
          <a:p>
            <a:r>
              <a:rPr lang="es-CO" sz="4000" dirty="0"/>
              <a:t>Resultados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91CA89-23C0-7548-9026-9BDF9442D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61215" y="185367"/>
            <a:ext cx="4800600" cy="632529"/>
          </a:xfrm>
        </p:spPr>
        <p:txBody>
          <a:bodyPr/>
          <a:lstStyle/>
          <a:p>
            <a:pPr algn="ctr"/>
            <a:r>
              <a:rPr lang="es-CO" sz="1600" dirty="0"/>
              <a:t>¿Qué investigó cada Universidad?</a:t>
            </a:r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2753BDE5-B2C7-FE41-8646-91C6F376011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601007" y="952499"/>
            <a:ext cx="4851401" cy="5067301"/>
          </a:xfrm>
        </p:spPr>
      </p:pic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B9A270EE-D081-594F-A2AA-28C42681689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78934" y="952500"/>
            <a:ext cx="4851399" cy="5067300"/>
          </a:xfrm>
        </p:spPr>
      </p:pic>
    </p:spTree>
    <p:extLst>
      <p:ext uri="{BB962C8B-B14F-4D97-AF65-F5344CB8AC3E}">
        <p14:creationId xmlns:p14="http://schemas.microsoft.com/office/powerpoint/2010/main" val="816768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7DDE2-15D4-B042-BCD4-A4AF0FCE9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359" y="257879"/>
            <a:ext cx="3104960" cy="571500"/>
          </a:xfrm>
        </p:spPr>
        <p:txBody>
          <a:bodyPr>
            <a:normAutofit fontScale="90000"/>
          </a:bodyPr>
          <a:lstStyle/>
          <a:p>
            <a:r>
              <a:rPr lang="es-CO" sz="4000"/>
              <a:t>Resultados</a:t>
            </a:r>
            <a:endParaRPr lang="es-CO" sz="4000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91CA89-23C0-7548-9026-9BDF9442D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2432" y="196850"/>
            <a:ext cx="4800600" cy="632529"/>
          </a:xfrm>
        </p:spPr>
        <p:txBody>
          <a:bodyPr/>
          <a:lstStyle/>
          <a:p>
            <a:pPr algn="ctr"/>
            <a:r>
              <a:rPr lang="es-CO" sz="1600"/>
              <a:t>¿cÁMBIOS COYUNTURALES?</a:t>
            </a:r>
            <a:endParaRPr lang="es-CO" sz="1600" dirty="0"/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BFA5CB9B-FE5D-6446-B0D8-1ECC1A7A471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01207" y="925578"/>
            <a:ext cx="4527298" cy="4575110"/>
          </a:xfrm>
        </p:spPr>
      </p:pic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1A57D2F1-69A2-5241-A706-968677E03AB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635774" y="925578"/>
            <a:ext cx="5879306" cy="3942647"/>
          </a:xfrm>
        </p:spPr>
      </p:pic>
    </p:spTree>
    <p:extLst>
      <p:ext uri="{BB962C8B-B14F-4D97-AF65-F5344CB8AC3E}">
        <p14:creationId xmlns:p14="http://schemas.microsoft.com/office/powerpoint/2010/main" val="221832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7DDE2-15D4-B042-BCD4-A4AF0FCE9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359" y="257879"/>
            <a:ext cx="3104960" cy="571500"/>
          </a:xfrm>
        </p:spPr>
        <p:txBody>
          <a:bodyPr>
            <a:normAutofit fontScale="90000"/>
          </a:bodyPr>
          <a:lstStyle/>
          <a:p>
            <a:r>
              <a:rPr lang="es-CO" sz="4000"/>
              <a:t>Resultados</a:t>
            </a:r>
            <a:endParaRPr lang="es-CO" sz="4000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91CA89-23C0-7548-9026-9BDF9442D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2432" y="196850"/>
            <a:ext cx="4800600" cy="632529"/>
          </a:xfrm>
        </p:spPr>
        <p:txBody>
          <a:bodyPr/>
          <a:lstStyle/>
          <a:p>
            <a:pPr algn="ctr"/>
            <a:r>
              <a:rPr lang="es-CO" sz="1600"/>
              <a:t>¿cÁMBIOS COYUNTURALES?</a:t>
            </a:r>
            <a:endParaRPr lang="es-CO" sz="16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6FCCD50-52B1-8146-97D6-536333B09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28" y="925578"/>
            <a:ext cx="4527298" cy="45757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016F289-FDE7-2C4A-B0CD-06A9C874B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185" y="925578"/>
            <a:ext cx="5879305" cy="3942647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B99EA2F-F2C7-6541-A108-0C1F26870E2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6D6280BF-50D6-9045-B2CD-D1B39AF2E8C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03520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06F0F283-C8B6-4598-89C9-C404C98A5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73B0C0-761B-443F-97A0-9D6E01FBB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-1" y="-2"/>
            <a:ext cx="6300250" cy="6858002"/>
          </a:xfrm>
          <a:custGeom>
            <a:avLst/>
            <a:gdLst>
              <a:gd name="connsiteX0" fmla="*/ 0 w 6300250"/>
              <a:gd name="connsiteY0" fmla="*/ 0 h 6858002"/>
              <a:gd name="connsiteX1" fmla="*/ 3149600 w 6300250"/>
              <a:gd name="connsiteY1" fmla="*/ 0 h 6858002"/>
              <a:gd name="connsiteX2" fmla="*/ 3149600 w 6300250"/>
              <a:gd name="connsiteY2" fmla="*/ 2 h 6858002"/>
              <a:gd name="connsiteX3" fmla="*/ 6110455 w 6300250"/>
              <a:gd name="connsiteY3" fmla="*/ 2 h 6858002"/>
              <a:gd name="connsiteX4" fmla="*/ 6115495 w 6300250"/>
              <a:gd name="connsiteY4" fmla="*/ 66677 h 6858002"/>
              <a:gd name="connsiteX5" fmla="*/ 6123892 w 6300250"/>
              <a:gd name="connsiteY5" fmla="*/ 122239 h 6858002"/>
              <a:gd name="connsiteX6" fmla="*/ 6133970 w 6300250"/>
              <a:gd name="connsiteY6" fmla="*/ 174627 h 6858002"/>
              <a:gd name="connsiteX7" fmla="*/ 6150766 w 6300250"/>
              <a:gd name="connsiteY7" fmla="*/ 217489 h 6858002"/>
              <a:gd name="connsiteX8" fmla="*/ 6167562 w 6300250"/>
              <a:gd name="connsiteY8" fmla="*/ 260352 h 6858002"/>
              <a:gd name="connsiteX9" fmla="*/ 6187717 w 6300250"/>
              <a:gd name="connsiteY9" fmla="*/ 296864 h 6858002"/>
              <a:gd name="connsiteX10" fmla="*/ 6207872 w 6300250"/>
              <a:gd name="connsiteY10" fmla="*/ 334964 h 6858002"/>
              <a:gd name="connsiteX11" fmla="*/ 6226348 w 6300250"/>
              <a:gd name="connsiteY11" fmla="*/ 369889 h 6858002"/>
              <a:gd name="connsiteX12" fmla="*/ 6244823 w 6300250"/>
              <a:gd name="connsiteY12" fmla="*/ 409577 h 6858002"/>
              <a:gd name="connsiteX13" fmla="*/ 6261619 w 6300250"/>
              <a:gd name="connsiteY13" fmla="*/ 450852 h 6858002"/>
              <a:gd name="connsiteX14" fmla="*/ 6276736 w 6300250"/>
              <a:gd name="connsiteY14" fmla="*/ 496889 h 6858002"/>
              <a:gd name="connsiteX15" fmla="*/ 6288493 w 6300250"/>
              <a:gd name="connsiteY15" fmla="*/ 546102 h 6858002"/>
              <a:gd name="connsiteX16" fmla="*/ 6296891 w 6300250"/>
              <a:gd name="connsiteY16" fmla="*/ 606427 h 6858002"/>
              <a:gd name="connsiteX17" fmla="*/ 6300250 w 6300250"/>
              <a:gd name="connsiteY17" fmla="*/ 673102 h 6858002"/>
              <a:gd name="connsiteX18" fmla="*/ 6296891 w 6300250"/>
              <a:gd name="connsiteY18" fmla="*/ 744539 h 6858002"/>
              <a:gd name="connsiteX19" fmla="*/ 6288493 w 6300250"/>
              <a:gd name="connsiteY19" fmla="*/ 801689 h 6858002"/>
              <a:gd name="connsiteX20" fmla="*/ 6276736 w 6300250"/>
              <a:gd name="connsiteY20" fmla="*/ 854077 h 6858002"/>
              <a:gd name="connsiteX21" fmla="*/ 6261619 w 6300250"/>
              <a:gd name="connsiteY21" fmla="*/ 901702 h 6858002"/>
              <a:gd name="connsiteX22" fmla="*/ 6244823 w 6300250"/>
              <a:gd name="connsiteY22" fmla="*/ 942977 h 6858002"/>
              <a:gd name="connsiteX23" fmla="*/ 6224668 w 6300250"/>
              <a:gd name="connsiteY23" fmla="*/ 981077 h 6858002"/>
              <a:gd name="connsiteX24" fmla="*/ 6204513 w 6300250"/>
              <a:gd name="connsiteY24" fmla="*/ 1017589 h 6858002"/>
              <a:gd name="connsiteX25" fmla="*/ 6184358 w 6300250"/>
              <a:gd name="connsiteY25" fmla="*/ 1055689 h 6858002"/>
              <a:gd name="connsiteX26" fmla="*/ 6165882 w 6300250"/>
              <a:gd name="connsiteY26" fmla="*/ 1095377 h 6858002"/>
              <a:gd name="connsiteX27" fmla="*/ 6147406 w 6300250"/>
              <a:gd name="connsiteY27" fmla="*/ 1136652 h 6858002"/>
              <a:gd name="connsiteX28" fmla="*/ 6132291 w 6300250"/>
              <a:gd name="connsiteY28" fmla="*/ 1182689 h 6858002"/>
              <a:gd name="connsiteX29" fmla="*/ 6122213 w 6300250"/>
              <a:gd name="connsiteY29" fmla="*/ 1235077 h 6858002"/>
              <a:gd name="connsiteX30" fmla="*/ 6112135 w 6300250"/>
              <a:gd name="connsiteY30" fmla="*/ 1295402 h 6858002"/>
              <a:gd name="connsiteX31" fmla="*/ 6110455 w 6300250"/>
              <a:gd name="connsiteY31" fmla="*/ 1363664 h 6858002"/>
              <a:gd name="connsiteX32" fmla="*/ 6112135 w 6300250"/>
              <a:gd name="connsiteY32" fmla="*/ 1431927 h 6858002"/>
              <a:gd name="connsiteX33" fmla="*/ 6122213 w 6300250"/>
              <a:gd name="connsiteY33" fmla="*/ 1492252 h 6858002"/>
              <a:gd name="connsiteX34" fmla="*/ 6132291 w 6300250"/>
              <a:gd name="connsiteY34" fmla="*/ 1544639 h 6858002"/>
              <a:gd name="connsiteX35" fmla="*/ 6147406 w 6300250"/>
              <a:gd name="connsiteY35" fmla="*/ 1589089 h 6858002"/>
              <a:gd name="connsiteX36" fmla="*/ 6165882 w 6300250"/>
              <a:gd name="connsiteY36" fmla="*/ 1631952 h 6858002"/>
              <a:gd name="connsiteX37" fmla="*/ 6184358 w 6300250"/>
              <a:gd name="connsiteY37" fmla="*/ 1671639 h 6858002"/>
              <a:gd name="connsiteX38" fmla="*/ 6204513 w 6300250"/>
              <a:gd name="connsiteY38" fmla="*/ 1708152 h 6858002"/>
              <a:gd name="connsiteX39" fmla="*/ 6224668 w 6300250"/>
              <a:gd name="connsiteY39" fmla="*/ 1743077 h 6858002"/>
              <a:gd name="connsiteX40" fmla="*/ 6244823 w 6300250"/>
              <a:gd name="connsiteY40" fmla="*/ 1782764 h 6858002"/>
              <a:gd name="connsiteX41" fmla="*/ 6261619 w 6300250"/>
              <a:gd name="connsiteY41" fmla="*/ 1824039 h 6858002"/>
              <a:gd name="connsiteX42" fmla="*/ 6276736 w 6300250"/>
              <a:gd name="connsiteY42" fmla="*/ 1870077 h 6858002"/>
              <a:gd name="connsiteX43" fmla="*/ 6288493 w 6300250"/>
              <a:gd name="connsiteY43" fmla="*/ 1922464 h 6858002"/>
              <a:gd name="connsiteX44" fmla="*/ 6296891 w 6300250"/>
              <a:gd name="connsiteY44" fmla="*/ 1982789 h 6858002"/>
              <a:gd name="connsiteX45" fmla="*/ 6300250 w 6300250"/>
              <a:gd name="connsiteY45" fmla="*/ 2051052 h 6858002"/>
              <a:gd name="connsiteX46" fmla="*/ 6296891 w 6300250"/>
              <a:gd name="connsiteY46" fmla="*/ 2119314 h 6858002"/>
              <a:gd name="connsiteX47" fmla="*/ 6288493 w 6300250"/>
              <a:gd name="connsiteY47" fmla="*/ 2179639 h 6858002"/>
              <a:gd name="connsiteX48" fmla="*/ 6276736 w 6300250"/>
              <a:gd name="connsiteY48" fmla="*/ 2232027 h 6858002"/>
              <a:gd name="connsiteX49" fmla="*/ 6261619 w 6300250"/>
              <a:gd name="connsiteY49" fmla="*/ 2278064 h 6858002"/>
              <a:gd name="connsiteX50" fmla="*/ 6244823 w 6300250"/>
              <a:gd name="connsiteY50" fmla="*/ 2319339 h 6858002"/>
              <a:gd name="connsiteX51" fmla="*/ 6224668 w 6300250"/>
              <a:gd name="connsiteY51" fmla="*/ 2359027 h 6858002"/>
              <a:gd name="connsiteX52" fmla="*/ 6204513 w 6300250"/>
              <a:gd name="connsiteY52" fmla="*/ 2395539 h 6858002"/>
              <a:gd name="connsiteX53" fmla="*/ 6184358 w 6300250"/>
              <a:gd name="connsiteY53" fmla="*/ 2433639 h 6858002"/>
              <a:gd name="connsiteX54" fmla="*/ 6165882 w 6300250"/>
              <a:gd name="connsiteY54" fmla="*/ 2471739 h 6858002"/>
              <a:gd name="connsiteX55" fmla="*/ 6147406 w 6300250"/>
              <a:gd name="connsiteY55" fmla="*/ 2513014 h 6858002"/>
              <a:gd name="connsiteX56" fmla="*/ 6132291 w 6300250"/>
              <a:gd name="connsiteY56" fmla="*/ 2560639 h 6858002"/>
              <a:gd name="connsiteX57" fmla="*/ 6122213 w 6300250"/>
              <a:gd name="connsiteY57" fmla="*/ 2613027 h 6858002"/>
              <a:gd name="connsiteX58" fmla="*/ 6112135 w 6300250"/>
              <a:gd name="connsiteY58" fmla="*/ 2671764 h 6858002"/>
              <a:gd name="connsiteX59" fmla="*/ 6110455 w 6300250"/>
              <a:gd name="connsiteY59" fmla="*/ 2741614 h 6858002"/>
              <a:gd name="connsiteX60" fmla="*/ 6112135 w 6300250"/>
              <a:gd name="connsiteY60" fmla="*/ 2809877 h 6858002"/>
              <a:gd name="connsiteX61" fmla="*/ 6122213 w 6300250"/>
              <a:gd name="connsiteY61" fmla="*/ 2868614 h 6858002"/>
              <a:gd name="connsiteX62" fmla="*/ 6132291 w 6300250"/>
              <a:gd name="connsiteY62" fmla="*/ 2922589 h 6858002"/>
              <a:gd name="connsiteX63" fmla="*/ 6147406 w 6300250"/>
              <a:gd name="connsiteY63" fmla="*/ 2967039 h 6858002"/>
              <a:gd name="connsiteX64" fmla="*/ 6165882 w 6300250"/>
              <a:gd name="connsiteY64" fmla="*/ 3009902 h 6858002"/>
              <a:gd name="connsiteX65" fmla="*/ 6184358 w 6300250"/>
              <a:gd name="connsiteY65" fmla="*/ 3046414 h 6858002"/>
              <a:gd name="connsiteX66" fmla="*/ 6204513 w 6300250"/>
              <a:gd name="connsiteY66" fmla="*/ 3084514 h 6858002"/>
              <a:gd name="connsiteX67" fmla="*/ 6224668 w 6300250"/>
              <a:gd name="connsiteY67" fmla="*/ 3121027 h 6858002"/>
              <a:gd name="connsiteX68" fmla="*/ 6244823 w 6300250"/>
              <a:gd name="connsiteY68" fmla="*/ 3160714 h 6858002"/>
              <a:gd name="connsiteX69" fmla="*/ 6261619 w 6300250"/>
              <a:gd name="connsiteY69" fmla="*/ 3201989 h 6858002"/>
              <a:gd name="connsiteX70" fmla="*/ 6276736 w 6300250"/>
              <a:gd name="connsiteY70" fmla="*/ 3248027 h 6858002"/>
              <a:gd name="connsiteX71" fmla="*/ 6288493 w 6300250"/>
              <a:gd name="connsiteY71" fmla="*/ 3300414 h 6858002"/>
              <a:gd name="connsiteX72" fmla="*/ 6296891 w 6300250"/>
              <a:gd name="connsiteY72" fmla="*/ 3360739 h 6858002"/>
              <a:gd name="connsiteX73" fmla="*/ 6300250 w 6300250"/>
              <a:gd name="connsiteY73" fmla="*/ 3427414 h 6858002"/>
              <a:gd name="connsiteX74" fmla="*/ 6296891 w 6300250"/>
              <a:gd name="connsiteY74" fmla="*/ 3497264 h 6858002"/>
              <a:gd name="connsiteX75" fmla="*/ 6288493 w 6300250"/>
              <a:gd name="connsiteY75" fmla="*/ 3557589 h 6858002"/>
              <a:gd name="connsiteX76" fmla="*/ 6276736 w 6300250"/>
              <a:gd name="connsiteY76" fmla="*/ 3609977 h 6858002"/>
              <a:gd name="connsiteX77" fmla="*/ 6261619 w 6300250"/>
              <a:gd name="connsiteY77" fmla="*/ 3656014 h 6858002"/>
              <a:gd name="connsiteX78" fmla="*/ 6244823 w 6300250"/>
              <a:gd name="connsiteY78" fmla="*/ 3697289 h 6858002"/>
              <a:gd name="connsiteX79" fmla="*/ 6224668 w 6300250"/>
              <a:gd name="connsiteY79" fmla="*/ 3736977 h 6858002"/>
              <a:gd name="connsiteX80" fmla="*/ 6184358 w 6300250"/>
              <a:gd name="connsiteY80" fmla="*/ 3811589 h 6858002"/>
              <a:gd name="connsiteX81" fmla="*/ 6165882 w 6300250"/>
              <a:gd name="connsiteY81" fmla="*/ 3848102 h 6858002"/>
              <a:gd name="connsiteX82" fmla="*/ 6147406 w 6300250"/>
              <a:gd name="connsiteY82" fmla="*/ 3890964 h 6858002"/>
              <a:gd name="connsiteX83" fmla="*/ 6132291 w 6300250"/>
              <a:gd name="connsiteY83" fmla="*/ 3935414 h 6858002"/>
              <a:gd name="connsiteX84" fmla="*/ 6122213 w 6300250"/>
              <a:gd name="connsiteY84" fmla="*/ 3987802 h 6858002"/>
              <a:gd name="connsiteX85" fmla="*/ 6112135 w 6300250"/>
              <a:gd name="connsiteY85" fmla="*/ 4048127 h 6858002"/>
              <a:gd name="connsiteX86" fmla="*/ 6110455 w 6300250"/>
              <a:gd name="connsiteY86" fmla="*/ 4116389 h 6858002"/>
              <a:gd name="connsiteX87" fmla="*/ 6112135 w 6300250"/>
              <a:gd name="connsiteY87" fmla="*/ 4186239 h 6858002"/>
              <a:gd name="connsiteX88" fmla="*/ 6122213 w 6300250"/>
              <a:gd name="connsiteY88" fmla="*/ 4244977 h 6858002"/>
              <a:gd name="connsiteX89" fmla="*/ 6132291 w 6300250"/>
              <a:gd name="connsiteY89" fmla="*/ 4297364 h 6858002"/>
              <a:gd name="connsiteX90" fmla="*/ 6147406 w 6300250"/>
              <a:gd name="connsiteY90" fmla="*/ 4343402 h 6858002"/>
              <a:gd name="connsiteX91" fmla="*/ 6165882 w 6300250"/>
              <a:gd name="connsiteY91" fmla="*/ 4386264 h 6858002"/>
              <a:gd name="connsiteX92" fmla="*/ 6184358 w 6300250"/>
              <a:gd name="connsiteY92" fmla="*/ 4424364 h 6858002"/>
              <a:gd name="connsiteX93" fmla="*/ 6224668 w 6300250"/>
              <a:gd name="connsiteY93" fmla="*/ 4498977 h 6858002"/>
              <a:gd name="connsiteX94" fmla="*/ 6244823 w 6300250"/>
              <a:gd name="connsiteY94" fmla="*/ 4537077 h 6858002"/>
              <a:gd name="connsiteX95" fmla="*/ 6261619 w 6300250"/>
              <a:gd name="connsiteY95" fmla="*/ 4579939 h 6858002"/>
              <a:gd name="connsiteX96" fmla="*/ 6276736 w 6300250"/>
              <a:gd name="connsiteY96" fmla="*/ 4625977 h 6858002"/>
              <a:gd name="connsiteX97" fmla="*/ 6288493 w 6300250"/>
              <a:gd name="connsiteY97" fmla="*/ 4678364 h 6858002"/>
              <a:gd name="connsiteX98" fmla="*/ 6296891 w 6300250"/>
              <a:gd name="connsiteY98" fmla="*/ 4738689 h 6858002"/>
              <a:gd name="connsiteX99" fmla="*/ 6300250 w 6300250"/>
              <a:gd name="connsiteY99" fmla="*/ 4806952 h 6858002"/>
              <a:gd name="connsiteX100" fmla="*/ 6296891 w 6300250"/>
              <a:gd name="connsiteY100" fmla="*/ 4875214 h 6858002"/>
              <a:gd name="connsiteX101" fmla="*/ 6288493 w 6300250"/>
              <a:gd name="connsiteY101" fmla="*/ 4935539 h 6858002"/>
              <a:gd name="connsiteX102" fmla="*/ 6276736 w 6300250"/>
              <a:gd name="connsiteY102" fmla="*/ 4987927 h 6858002"/>
              <a:gd name="connsiteX103" fmla="*/ 6261619 w 6300250"/>
              <a:gd name="connsiteY103" fmla="*/ 5033964 h 6858002"/>
              <a:gd name="connsiteX104" fmla="*/ 6244823 w 6300250"/>
              <a:gd name="connsiteY104" fmla="*/ 5075239 h 6858002"/>
              <a:gd name="connsiteX105" fmla="*/ 6224668 w 6300250"/>
              <a:gd name="connsiteY105" fmla="*/ 5114927 h 6858002"/>
              <a:gd name="connsiteX106" fmla="*/ 6204513 w 6300250"/>
              <a:gd name="connsiteY106" fmla="*/ 5149852 h 6858002"/>
              <a:gd name="connsiteX107" fmla="*/ 6184358 w 6300250"/>
              <a:gd name="connsiteY107" fmla="*/ 5186364 h 6858002"/>
              <a:gd name="connsiteX108" fmla="*/ 6165882 w 6300250"/>
              <a:gd name="connsiteY108" fmla="*/ 5226052 h 6858002"/>
              <a:gd name="connsiteX109" fmla="*/ 6147406 w 6300250"/>
              <a:gd name="connsiteY109" fmla="*/ 5268914 h 6858002"/>
              <a:gd name="connsiteX110" fmla="*/ 6132291 w 6300250"/>
              <a:gd name="connsiteY110" fmla="*/ 5313364 h 6858002"/>
              <a:gd name="connsiteX111" fmla="*/ 6122213 w 6300250"/>
              <a:gd name="connsiteY111" fmla="*/ 5365752 h 6858002"/>
              <a:gd name="connsiteX112" fmla="*/ 6112135 w 6300250"/>
              <a:gd name="connsiteY112" fmla="*/ 5426077 h 6858002"/>
              <a:gd name="connsiteX113" fmla="*/ 6110455 w 6300250"/>
              <a:gd name="connsiteY113" fmla="*/ 5494339 h 6858002"/>
              <a:gd name="connsiteX114" fmla="*/ 6112135 w 6300250"/>
              <a:gd name="connsiteY114" fmla="*/ 5562602 h 6858002"/>
              <a:gd name="connsiteX115" fmla="*/ 6122213 w 6300250"/>
              <a:gd name="connsiteY115" fmla="*/ 5622927 h 6858002"/>
              <a:gd name="connsiteX116" fmla="*/ 6132291 w 6300250"/>
              <a:gd name="connsiteY116" fmla="*/ 5675314 h 6858002"/>
              <a:gd name="connsiteX117" fmla="*/ 6147406 w 6300250"/>
              <a:gd name="connsiteY117" fmla="*/ 5721352 h 6858002"/>
              <a:gd name="connsiteX118" fmla="*/ 6165882 w 6300250"/>
              <a:gd name="connsiteY118" fmla="*/ 5762627 h 6858002"/>
              <a:gd name="connsiteX119" fmla="*/ 6184358 w 6300250"/>
              <a:gd name="connsiteY119" fmla="*/ 5802314 h 6858002"/>
              <a:gd name="connsiteX120" fmla="*/ 6204513 w 6300250"/>
              <a:gd name="connsiteY120" fmla="*/ 5840414 h 6858002"/>
              <a:gd name="connsiteX121" fmla="*/ 6224668 w 6300250"/>
              <a:gd name="connsiteY121" fmla="*/ 5876927 h 6858002"/>
              <a:gd name="connsiteX122" fmla="*/ 6244823 w 6300250"/>
              <a:gd name="connsiteY122" fmla="*/ 5915027 h 6858002"/>
              <a:gd name="connsiteX123" fmla="*/ 6261619 w 6300250"/>
              <a:gd name="connsiteY123" fmla="*/ 5956302 h 6858002"/>
              <a:gd name="connsiteX124" fmla="*/ 6276736 w 6300250"/>
              <a:gd name="connsiteY124" fmla="*/ 6003927 h 6858002"/>
              <a:gd name="connsiteX125" fmla="*/ 6288493 w 6300250"/>
              <a:gd name="connsiteY125" fmla="*/ 6056314 h 6858002"/>
              <a:gd name="connsiteX126" fmla="*/ 6296891 w 6300250"/>
              <a:gd name="connsiteY126" fmla="*/ 6113464 h 6858002"/>
              <a:gd name="connsiteX127" fmla="*/ 6300250 w 6300250"/>
              <a:gd name="connsiteY127" fmla="*/ 6183314 h 6858002"/>
              <a:gd name="connsiteX128" fmla="*/ 6296891 w 6300250"/>
              <a:gd name="connsiteY128" fmla="*/ 6251577 h 6858002"/>
              <a:gd name="connsiteX129" fmla="*/ 6288493 w 6300250"/>
              <a:gd name="connsiteY129" fmla="*/ 6311902 h 6858002"/>
              <a:gd name="connsiteX130" fmla="*/ 6276736 w 6300250"/>
              <a:gd name="connsiteY130" fmla="*/ 6361114 h 6858002"/>
              <a:gd name="connsiteX131" fmla="*/ 6261619 w 6300250"/>
              <a:gd name="connsiteY131" fmla="*/ 6407152 h 6858002"/>
              <a:gd name="connsiteX132" fmla="*/ 6244823 w 6300250"/>
              <a:gd name="connsiteY132" fmla="*/ 6448427 h 6858002"/>
              <a:gd name="connsiteX133" fmla="*/ 6226348 w 6300250"/>
              <a:gd name="connsiteY133" fmla="*/ 6488114 h 6858002"/>
              <a:gd name="connsiteX134" fmla="*/ 6207872 w 6300250"/>
              <a:gd name="connsiteY134" fmla="*/ 6523039 h 6858002"/>
              <a:gd name="connsiteX135" fmla="*/ 6187717 w 6300250"/>
              <a:gd name="connsiteY135" fmla="*/ 6561139 h 6858002"/>
              <a:gd name="connsiteX136" fmla="*/ 6167562 w 6300250"/>
              <a:gd name="connsiteY136" fmla="*/ 6597652 h 6858002"/>
              <a:gd name="connsiteX137" fmla="*/ 6150766 w 6300250"/>
              <a:gd name="connsiteY137" fmla="*/ 6640514 h 6858002"/>
              <a:gd name="connsiteX138" fmla="*/ 6133970 w 6300250"/>
              <a:gd name="connsiteY138" fmla="*/ 6683377 h 6858002"/>
              <a:gd name="connsiteX139" fmla="*/ 6123892 w 6300250"/>
              <a:gd name="connsiteY139" fmla="*/ 6735764 h 6858002"/>
              <a:gd name="connsiteX140" fmla="*/ 6115495 w 6300250"/>
              <a:gd name="connsiteY140" fmla="*/ 6791327 h 6858002"/>
              <a:gd name="connsiteX141" fmla="*/ 6110455 w 6300250"/>
              <a:gd name="connsiteY141" fmla="*/ 6858002 h 6858002"/>
              <a:gd name="connsiteX142" fmla="*/ 3149600 w 6300250"/>
              <a:gd name="connsiteY142" fmla="*/ 6858002 h 6858002"/>
              <a:gd name="connsiteX143" fmla="*/ 2707087 w 6300250"/>
              <a:gd name="connsiteY143" fmla="*/ 6858002 h 6858002"/>
              <a:gd name="connsiteX144" fmla="*/ 0 w 6300250"/>
              <a:gd name="connsiteY144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6300250" h="6858002">
                <a:moveTo>
                  <a:pt x="0" y="0"/>
                </a:moveTo>
                <a:lnTo>
                  <a:pt x="3149600" y="0"/>
                </a:lnTo>
                <a:lnTo>
                  <a:pt x="3149600" y="2"/>
                </a:lnTo>
                <a:lnTo>
                  <a:pt x="6110455" y="2"/>
                </a:lnTo>
                <a:lnTo>
                  <a:pt x="6115495" y="66677"/>
                </a:lnTo>
                <a:lnTo>
                  <a:pt x="6123892" y="122239"/>
                </a:lnTo>
                <a:lnTo>
                  <a:pt x="6133970" y="174627"/>
                </a:lnTo>
                <a:lnTo>
                  <a:pt x="6150766" y="217489"/>
                </a:lnTo>
                <a:lnTo>
                  <a:pt x="6167562" y="260352"/>
                </a:lnTo>
                <a:lnTo>
                  <a:pt x="6187717" y="296864"/>
                </a:lnTo>
                <a:lnTo>
                  <a:pt x="6207872" y="334964"/>
                </a:lnTo>
                <a:lnTo>
                  <a:pt x="6226348" y="369889"/>
                </a:lnTo>
                <a:lnTo>
                  <a:pt x="6244823" y="409577"/>
                </a:lnTo>
                <a:lnTo>
                  <a:pt x="6261619" y="450852"/>
                </a:lnTo>
                <a:lnTo>
                  <a:pt x="6276736" y="496889"/>
                </a:lnTo>
                <a:lnTo>
                  <a:pt x="6288493" y="546102"/>
                </a:lnTo>
                <a:lnTo>
                  <a:pt x="6296891" y="606427"/>
                </a:lnTo>
                <a:lnTo>
                  <a:pt x="6300250" y="673102"/>
                </a:lnTo>
                <a:lnTo>
                  <a:pt x="6296891" y="744539"/>
                </a:lnTo>
                <a:lnTo>
                  <a:pt x="6288493" y="801689"/>
                </a:lnTo>
                <a:lnTo>
                  <a:pt x="6276736" y="854077"/>
                </a:lnTo>
                <a:lnTo>
                  <a:pt x="6261619" y="901702"/>
                </a:lnTo>
                <a:lnTo>
                  <a:pt x="6244823" y="942977"/>
                </a:lnTo>
                <a:lnTo>
                  <a:pt x="6224668" y="981077"/>
                </a:lnTo>
                <a:lnTo>
                  <a:pt x="6204513" y="1017589"/>
                </a:lnTo>
                <a:lnTo>
                  <a:pt x="6184358" y="1055689"/>
                </a:lnTo>
                <a:lnTo>
                  <a:pt x="6165882" y="1095377"/>
                </a:lnTo>
                <a:lnTo>
                  <a:pt x="6147406" y="1136652"/>
                </a:lnTo>
                <a:lnTo>
                  <a:pt x="6132291" y="1182689"/>
                </a:lnTo>
                <a:lnTo>
                  <a:pt x="6122213" y="1235077"/>
                </a:lnTo>
                <a:lnTo>
                  <a:pt x="6112135" y="1295402"/>
                </a:lnTo>
                <a:lnTo>
                  <a:pt x="6110455" y="1363664"/>
                </a:lnTo>
                <a:lnTo>
                  <a:pt x="6112135" y="1431927"/>
                </a:lnTo>
                <a:lnTo>
                  <a:pt x="6122213" y="1492252"/>
                </a:lnTo>
                <a:lnTo>
                  <a:pt x="6132291" y="1544639"/>
                </a:lnTo>
                <a:lnTo>
                  <a:pt x="6147406" y="1589089"/>
                </a:lnTo>
                <a:lnTo>
                  <a:pt x="6165882" y="1631952"/>
                </a:lnTo>
                <a:lnTo>
                  <a:pt x="6184358" y="1671639"/>
                </a:lnTo>
                <a:lnTo>
                  <a:pt x="6204513" y="1708152"/>
                </a:lnTo>
                <a:lnTo>
                  <a:pt x="6224668" y="1743077"/>
                </a:lnTo>
                <a:lnTo>
                  <a:pt x="6244823" y="1782764"/>
                </a:lnTo>
                <a:lnTo>
                  <a:pt x="6261619" y="1824039"/>
                </a:lnTo>
                <a:lnTo>
                  <a:pt x="6276736" y="1870077"/>
                </a:lnTo>
                <a:lnTo>
                  <a:pt x="6288493" y="1922464"/>
                </a:lnTo>
                <a:lnTo>
                  <a:pt x="6296891" y="1982789"/>
                </a:lnTo>
                <a:lnTo>
                  <a:pt x="6300250" y="2051052"/>
                </a:lnTo>
                <a:lnTo>
                  <a:pt x="6296891" y="2119314"/>
                </a:lnTo>
                <a:lnTo>
                  <a:pt x="6288493" y="2179639"/>
                </a:lnTo>
                <a:lnTo>
                  <a:pt x="6276736" y="2232027"/>
                </a:lnTo>
                <a:lnTo>
                  <a:pt x="6261619" y="2278064"/>
                </a:lnTo>
                <a:lnTo>
                  <a:pt x="6244823" y="2319339"/>
                </a:lnTo>
                <a:lnTo>
                  <a:pt x="6224668" y="2359027"/>
                </a:lnTo>
                <a:lnTo>
                  <a:pt x="6204513" y="2395539"/>
                </a:lnTo>
                <a:lnTo>
                  <a:pt x="6184358" y="2433639"/>
                </a:lnTo>
                <a:lnTo>
                  <a:pt x="6165882" y="2471739"/>
                </a:lnTo>
                <a:lnTo>
                  <a:pt x="6147406" y="2513014"/>
                </a:lnTo>
                <a:lnTo>
                  <a:pt x="6132291" y="2560639"/>
                </a:lnTo>
                <a:lnTo>
                  <a:pt x="6122213" y="2613027"/>
                </a:lnTo>
                <a:lnTo>
                  <a:pt x="6112135" y="2671764"/>
                </a:lnTo>
                <a:lnTo>
                  <a:pt x="6110455" y="2741614"/>
                </a:lnTo>
                <a:lnTo>
                  <a:pt x="6112135" y="2809877"/>
                </a:lnTo>
                <a:lnTo>
                  <a:pt x="6122213" y="2868614"/>
                </a:lnTo>
                <a:lnTo>
                  <a:pt x="6132291" y="2922589"/>
                </a:lnTo>
                <a:lnTo>
                  <a:pt x="6147406" y="2967039"/>
                </a:lnTo>
                <a:lnTo>
                  <a:pt x="6165882" y="3009902"/>
                </a:lnTo>
                <a:lnTo>
                  <a:pt x="6184358" y="3046414"/>
                </a:lnTo>
                <a:lnTo>
                  <a:pt x="6204513" y="3084514"/>
                </a:lnTo>
                <a:lnTo>
                  <a:pt x="6224668" y="3121027"/>
                </a:lnTo>
                <a:lnTo>
                  <a:pt x="6244823" y="3160714"/>
                </a:lnTo>
                <a:lnTo>
                  <a:pt x="6261619" y="3201989"/>
                </a:lnTo>
                <a:lnTo>
                  <a:pt x="6276736" y="3248027"/>
                </a:lnTo>
                <a:lnTo>
                  <a:pt x="6288493" y="3300414"/>
                </a:lnTo>
                <a:lnTo>
                  <a:pt x="6296891" y="3360739"/>
                </a:lnTo>
                <a:lnTo>
                  <a:pt x="6300250" y="3427414"/>
                </a:lnTo>
                <a:lnTo>
                  <a:pt x="6296891" y="3497264"/>
                </a:lnTo>
                <a:lnTo>
                  <a:pt x="6288493" y="3557589"/>
                </a:lnTo>
                <a:lnTo>
                  <a:pt x="6276736" y="3609977"/>
                </a:lnTo>
                <a:lnTo>
                  <a:pt x="6261619" y="3656014"/>
                </a:lnTo>
                <a:lnTo>
                  <a:pt x="6244823" y="3697289"/>
                </a:lnTo>
                <a:lnTo>
                  <a:pt x="6224668" y="3736977"/>
                </a:lnTo>
                <a:lnTo>
                  <a:pt x="6184358" y="3811589"/>
                </a:lnTo>
                <a:lnTo>
                  <a:pt x="6165882" y="3848102"/>
                </a:lnTo>
                <a:lnTo>
                  <a:pt x="6147406" y="3890964"/>
                </a:lnTo>
                <a:lnTo>
                  <a:pt x="6132291" y="3935414"/>
                </a:lnTo>
                <a:lnTo>
                  <a:pt x="6122213" y="3987802"/>
                </a:lnTo>
                <a:lnTo>
                  <a:pt x="6112135" y="4048127"/>
                </a:lnTo>
                <a:lnTo>
                  <a:pt x="6110455" y="4116389"/>
                </a:lnTo>
                <a:lnTo>
                  <a:pt x="6112135" y="4186239"/>
                </a:lnTo>
                <a:lnTo>
                  <a:pt x="6122213" y="4244977"/>
                </a:lnTo>
                <a:lnTo>
                  <a:pt x="6132291" y="4297364"/>
                </a:lnTo>
                <a:lnTo>
                  <a:pt x="6147406" y="4343402"/>
                </a:lnTo>
                <a:lnTo>
                  <a:pt x="6165882" y="4386264"/>
                </a:lnTo>
                <a:lnTo>
                  <a:pt x="6184358" y="4424364"/>
                </a:lnTo>
                <a:lnTo>
                  <a:pt x="6224668" y="4498977"/>
                </a:lnTo>
                <a:lnTo>
                  <a:pt x="6244823" y="4537077"/>
                </a:lnTo>
                <a:lnTo>
                  <a:pt x="6261619" y="4579939"/>
                </a:lnTo>
                <a:lnTo>
                  <a:pt x="6276736" y="4625977"/>
                </a:lnTo>
                <a:lnTo>
                  <a:pt x="6288493" y="4678364"/>
                </a:lnTo>
                <a:lnTo>
                  <a:pt x="6296891" y="4738689"/>
                </a:lnTo>
                <a:lnTo>
                  <a:pt x="6300250" y="4806952"/>
                </a:lnTo>
                <a:lnTo>
                  <a:pt x="6296891" y="4875214"/>
                </a:lnTo>
                <a:lnTo>
                  <a:pt x="6288493" y="4935539"/>
                </a:lnTo>
                <a:lnTo>
                  <a:pt x="6276736" y="4987927"/>
                </a:lnTo>
                <a:lnTo>
                  <a:pt x="6261619" y="5033964"/>
                </a:lnTo>
                <a:lnTo>
                  <a:pt x="6244823" y="5075239"/>
                </a:lnTo>
                <a:lnTo>
                  <a:pt x="6224668" y="5114927"/>
                </a:lnTo>
                <a:lnTo>
                  <a:pt x="6204513" y="5149852"/>
                </a:lnTo>
                <a:lnTo>
                  <a:pt x="6184358" y="5186364"/>
                </a:lnTo>
                <a:lnTo>
                  <a:pt x="6165882" y="5226052"/>
                </a:lnTo>
                <a:lnTo>
                  <a:pt x="6147406" y="5268914"/>
                </a:lnTo>
                <a:lnTo>
                  <a:pt x="6132291" y="5313364"/>
                </a:lnTo>
                <a:lnTo>
                  <a:pt x="6122213" y="5365752"/>
                </a:lnTo>
                <a:lnTo>
                  <a:pt x="6112135" y="5426077"/>
                </a:lnTo>
                <a:lnTo>
                  <a:pt x="6110455" y="5494339"/>
                </a:lnTo>
                <a:lnTo>
                  <a:pt x="6112135" y="5562602"/>
                </a:lnTo>
                <a:lnTo>
                  <a:pt x="6122213" y="5622927"/>
                </a:lnTo>
                <a:lnTo>
                  <a:pt x="6132291" y="5675314"/>
                </a:lnTo>
                <a:lnTo>
                  <a:pt x="6147406" y="5721352"/>
                </a:lnTo>
                <a:lnTo>
                  <a:pt x="6165882" y="5762627"/>
                </a:lnTo>
                <a:lnTo>
                  <a:pt x="6184358" y="5802314"/>
                </a:lnTo>
                <a:lnTo>
                  <a:pt x="6204513" y="5840414"/>
                </a:lnTo>
                <a:lnTo>
                  <a:pt x="6224668" y="5876927"/>
                </a:lnTo>
                <a:lnTo>
                  <a:pt x="6244823" y="5915027"/>
                </a:lnTo>
                <a:lnTo>
                  <a:pt x="6261619" y="5956302"/>
                </a:lnTo>
                <a:lnTo>
                  <a:pt x="6276736" y="6003927"/>
                </a:lnTo>
                <a:lnTo>
                  <a:pt x="6288493" y="6056314"/>
                </a:lnTo>
                <a:lnTo>
                  <a:pt x="6296891" y="6113464"/>
                </a:lnTo>
                <a:lnTo>
                  <a:pt x="6300250" y="6183314"/>
                </a:lnTo>
                <a:lnTo>
                  <a:pt x="6296891" y="6251577"/>
                </a:lnTo>
                <a:lnTo>
                  <a:pt x="6288493" y="6311902"/>
                </a:lnTo>
                <a:lnTo>
                  <a:pt x="6276736" y="6361114"/>
                </a:lnTo>
                <a:lnTo>
                  <a:pt x="6261619" y="6407152"/>
                </a:lnTo>
                <a:lnTo>
                  <a:pt x="6244823" y="6448427"/>
                </a:lnTo>
                <a:lnTo>
                  <a:pt x="6226348" y="6488114"/>
                </a:lnTo>
                <a:lnTo>
                  <a:pt x="6207872" y="6523039"/>
                </a:lnTo>
                <a:lnTo>
                  <a:pt x="6187717" y="6561139"/>
                </a:lnTo>
                <a:lnTo>
                  <a:pt x="6167562" y="6597652"/>
                </a:lnTo>
                <a:lnTo>
                  <a:pt x="6150766" y="6640514"/>
                </a:lnTo>
                <a:lnTo>
                  <a:pt x="6133970" y="6683377"/>
                </a:lnTo>
                <a:lnTo>
                  <a:pt x="6123892" y="6735764"/>
                </a:lnTo>
                <a:lnTo>
                  <a:pt x="6115495" y="6791327"/>
                </a:lnTo>
                <a:lnTo>
                  <a:pt x="6110455" y="6858002"/>
                </a:lnTo>
                <a:lnTo>
                  <a:pt x="3149600" y="6858002"/>
                </a:lnTo>
                <a:lnTo>
                  <a:pt x="2707087" y="6858002"/>
                </a:lnTo>
                <a:lnTo>
                  <a:pt x="0" y="6858002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9" name="Título 18">
            <a:extLst>
              <a:ext uri="{FF2B5EF4-FFF2-40B4-BE49-F238E27FC236}">
                <a16:creationId xmlns:a16="http://schemas.microsoft.com/office/drawing/2014/main" id="{DEFCF2B1-AEA9-8E4F-B5F0-C023E363E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933" y="1162940"/>
            <a:ext cx="4515598" cy="4532120"/>
          </a:xfrm>
        </p:spPr>
        <p:txBody>
          <a:bodyPr anchor="ctr">
            <a:normAutofit/>
          </a:bodyPr>
          <a:lstStyle/>
          <a:p>
            <a:r>
              <a:rPr lang="es-CO" sz="4400">
                <a:solidFill>
                  <a:srgbClr val="2A1A00"/>
                </a:solidFill>
              </a:rPr>
              <a:t>conclusiones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3B475C6-1445-41C7-9360-49FD7C1C1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Marcador de contenido 19">
            <a:extLst>
              <a:ext uri="{FF2B5EF4-FFF2-40B4-BE49-F238E27FC236}">
                <a16:creationId xmlns:a16="http://schemas.microsoft.com/office/drawing/2014/main" id="{5D390E2B-5FE5-104A-BF74-B5DB23010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9271" y="1128451"/>
            <a:ext cx="4680729" cy="4566609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CO" dirty="0"/>
              <a:t>La investigación en Ciencia política tiene como foco central las politicas públicas y el impacto que estas generan</a:t>
            </a:r>
          </a:p>
          <a:p>
            <a:pPr marL="457200" indent="-457200">
              <a:buFont typeface="+mj-lt"/>
              <a:buAutoNum type="arabicPeriod"/>
            </a:pPr>
            <a:r>
              <a:rPr lang="es-CO" dirty="0"/>
              <a:t>La producción académica responde a temas coyunturales y evoluciona.</a:t>
            </a:r>
          </a:p>
          <a:p>
            <a:pPr marL="457200" indent="-457200">
              <a:buFont typeface="+mj-lt"/>
              <a:buAutoNum type="arabicPeriod"/>
            </a:pPr>
            <a:r>
              <a:rPr lang="es-CO" dirty="0"/>
              <a:t>Se le ha dado bastante importancia al conflicto armado, a la construcción de paz, derechos humanos, y curiosamente al exporesidente Uribe. Eso quiere decir, que se enfoca en explicar problemáticas y fenómenos locales 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718228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istintivo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</Words>
  <Application>Microsoft Macintosh PowerPoint</Application>
  <PresentationFormat>Panorámica</PresentationFormat>
  <Paragraphs>34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Gill Sans MT</vt:lpstr>
      <vt:lpstr>Impact</vt:lpstr>
      <vt:lpstr>Distintivo</vt:lpstr>
      <vt:lpstr>¿Qué investigamos en Ciencia Política?  </vt:lpstr>
      <vt:lpstr>descripción</vt:lpstr>
      <vt:lpstr>Métodos</vt:lpstr>
      <vt:lpstr>Resultados</vt:lpstr>
      <vt:lpstr>Resultados</vt:lpstr>
      <vt:lpstr>Resultados</vt:lpstr>
      <vt:lpstr>Resultados</vt:lpstr>
      <vt:lpstr>Resultados</vt:lpstr>
      <vt:lpstr>Resultados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¿Qué investigamos en Ciencia Política?  </dc:title>
  <dc:creator>Juan Sebastian Gomez Moreno</dc:creator>
  <cp:lastModifiedBy>Juan Sebastian Gomez Moreno</cp:lastModifiedBy>
  <cp:revision>1</cp:revision>
  <dcterms:created xsi:type="dcterms:W3CDTF">2020-05-22T17:13:22Z</dcterms:created>
  <dcterms:modified xsi:type="dcterms:W3CDTF">2020-05-22T17:14:01Z</dcterms:modified>
</cp:coreProperties>
</file>